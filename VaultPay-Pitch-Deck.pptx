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36f801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90851" y="674489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9333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75743" y="1817489"/>
            <a:ext cx="259221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VaultPay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2394515" y="2617589"/>
            <a:ext cx="435482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Private Payroll on Solana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018282" y="3371850"/>
            <a:ext cx="31071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your team privately. Stay compliant.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159175" y="4126111"/>
            <a:ext cx="1109365" cy="342900"/>
          </a:xfrm>
          <a:prstGeom prst="roundRect">
            <a:avLst>
              <a:gd name="adj" fmla="val 55556"/>
            </a:avLst>
          </a:prstGeom>
          <a:solidFill>
            <a:srgbClr val="1F2937"/>
          </a:solidFill>
          <a:ln w="9525">
            <a:solidFill>
              <a:srgbClr val="4B55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420939" y="4126111"/>
            <a:ext cx="716905" cy="342900"/>
          </a:xfrm>
          <a:prstGeom prst="roundRect">
            <a:avLst>
              <a:gd name="adj" fmla="val 55556"/>
            </a:avLst>
          </a:prstGeom>
          <a:solidFill>
            <a:srgbClr val="1F2937"/>
          </a:solidFill>
          <a:ln w="9525">
            <a:solidFill>
              <a:srgbClr val="4B55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290245" y="4126111"/>
            <a:ext cx="694432" cy="342900"/>
          </a:xfrm>
          <a:prstGeom prst="roundRect">
            <a:avLst>
              <a:gd name="adj" fmla="val 55556"/>
            </a:avLst>
          </a:prstGeom>
          <a:solidFill>
            <a:srgbClr val="1F2937"/>
          </a:solidFill>
          <a:ln w="9525">
            <a:solidFill>
              <a:srgbClr val="4B55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28030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1000" y="885230"/>
            <a:ext cx="762000" cy="38100"/>
          </a:xfrm>
          <a:prstGeom prst="rect">
            <a:avLst/>
          </a:prstGeom>
          <a:solidFill>
            <a:srgbClr val="9333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736527"/>
            <a:ext cx="5334000" cy="702915"/>
          </a:xfrm>
          <a:prstGeom prst="roundRect">
            <a:avLst>
              <a:gd name="adj" fmla="val 16261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736527"/>
            <a:ext cx="0" cy="702915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888927"/>
            <a:ext cx="50909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Public Salaries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71500" y="2127052"/>
            <a:ext cx="50909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DAO payment is visible. Competitors see your compensation.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591842"/>
            <a:ext cx="5334000" cy="702915"/>
          </a:xfrm>
          <a:prstGeom prst="roundRect">
            <a:avLst>
              <a:gd name="adj" fmla="val 16261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591842"/>
            <a:ext cx="0" cy="70291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2744242"/>
            <a:ext cx="50909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Exposed Treasury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71500" y="2982367"/>
            <a:ext cx="50909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 rate, runway, spending patterns are public intelligence.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3447157"/>
            <a:ext cx="5334000" cy="702915"/>
          </a:xfrm>
          <a:prstGeom prst="roundRect">
            <a:avLst>
              <a:gd name="adj" fmla="val 16261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3447157"/>
            <a:ext cx="0" cy="702915"/>
          </a:xfrm>
          <a:prstGeom prst="line">
            <a:avLst/>
          </a:prstGeom>
          <a:noFill/>
          <a:ln w="38100">
            <a:solidFill>
              <a:srgbClr val="EAB3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" y="3599557"/>
            <a:ext cx="50909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Compliance Gap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71500" y="3837682"/>
            <a:ext cx="50909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privacy tools lack regulatory compliance.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6000" y="1266230"/>
            <a:ext cx="2667000" cy="3354139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83348" y="1456730"/>
            <a:ext cx="8921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Validation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94694" y="1883420"/>
            <a:ext cx="106946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$121M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894694" y="2382441"/>
            <a:ext cx="10694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Cash volume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894694" y="2833836"/>
            <a:ext cx="106946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$155M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6894694" y="3332857"/>
            <a:ext cx="10694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 ICO (52x)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102666" y="3784253"/>
            <a:ext cx="65351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7102666" y="4283273"/>
            <a:ext cx="6535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solutions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76250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1000" y="933450"/>
            <a:ext cx="762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27635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5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payroll that's actually compliant.</a:t>
            </a:r>
            <a:endParaRPr lang="en-US" sz="1500" dirty="0"/>
          </a:p>
        </p:txBody>
      </p:sp>
      <p:pic>
        <p:nvPicPr>
          <p:cNvPr id="5" name="Image 0" descr="/tmp/rasterized-gradient-00ff7c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57400"/>
            <a:ext cx="2667000" cy="23430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1025" y="22574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333E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81025" y="3000375"/>
            <a:ext cx="231228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Payments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581025" y="3423196"/>
            <a:ext cx="23122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via Privacy Cash. Stealth addresses unlinkable to your org.</a:t>
            </a:r>
            <a:endParaRPr lang="en-US" sz="900" dirty="0"/>
          </a:p>
        </p:txBody>
      </p:sp>
      <p:pic>
        <p:nvPicPr>
          <p:cNvPr id="9" name="Image 1" descr="/tmp/rasterized-gradient-9fac9c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057400"/>
            <a:ext cx="2667000" cy="23430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38525" y="22574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0B98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438525" y="3000375"/>
            <a:ext cx="231228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Compliance</a:t>
            </a:r>
            <a:endParaRPr lang="en-US" sz="1275" dirty="0"/>
          </a:p>
        </p:txBody>
      </p:sp>
      <p:sp>
        <p:nvSpPr>
          <p:cNvPr id="12" name="Text 8"/>
          <p:cNvSpPr/>
          <p:nvPr/>
        </p:nvSpPr>
        <p:spPr>
          <a:xfrm>
            <a:off x="3438525" y="3423196"/>
            <a:ext cx="23122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Recipients screened against sanctions. Selective disclosure for auditors.</a:t>
            </a:r>
            <a:endParaRPr lang="en-US" sz="900" dirty="0"/>
          </a:p>
        </p:txBody>
      </p:sp>
      <p:pic>
        <p:nvPicPr>
          <p:cNvPr id="13" name="Image 2" descr="/tmp/rasterized-gradient-c2484d8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57400"/>
            <a:ext cx="2667000" cy="23430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96025" y="22574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9731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296025" y="3000375"/>
            <a:ext cx="231228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Grade</a:t>
            </a:r>
            <a:endParaRPr lang="en-US" sz="1275" dirty="0"/>
          </a:p>
        </p:txBody>
      </p:sp>
      <p:sp>
        <p:nvSpPr>
          <p:cNvPr id="16" name="Text 11"/>
          <p:cNvSpPr/>
          <p:nvPr/>
        </p:nvSpPr>
        <p:spPr>
          <a:xfrm>
            <a:off x="6296025" y="3423196"/>
            <a:ext cx="23122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Helius for fast, reliable Solana transactions at scale.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76250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1000" y="933450"/>
            <a:ext cx="762000" cy="38100"/>
          </a:xfrm>
          <a:prstGeom prst="rect">
            <a:avLst/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81150" y="1645890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1F2937"/>
          </a:solidFill>
          <a:ln w="19050">
            <a:solidFill>
              <a:srgbClr val="9333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16232" y="1764060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52885" y="2484090"/>
            <a:ext cx="465981" cy="1905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45380" y="2512665"/>
            <a:ext cx="2809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38165" y="2903190"/>
            <a:ext cx="6955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Payee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32133" y="3261271"/>
            <a:ext cx="5076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wallet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684145" y="238690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71850" y="1645890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1F2937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6932" y="1764060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443585" y="2484090"/>
            <a:ext cx="465981" cy="190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36080" y="2512665"/>
            <a:ext cx="2809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91068" y="2903190"/>
            <a:ext cx="7710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49816" y="3261271"/>
            <a:ext cx="653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screens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474845" y="238690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62550" y="1645890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1F2937"/>
          </a:solidFill>
          <a:ln w="19050"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97632" y="1764060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234285" y="2484090"/>
            <a:ext cx="465981" cy="1905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26780" y="2512665"/>
            <a:ext cx="2809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100590" y="2903190"/>
            <a:ext cx="7335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81198" y="3261271"/>
            <a:ext cx="572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Cash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265545" y="238690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53250" y="1645890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1F2937"/>
          </a:solidFill>
          <a:ln w="19050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088332" y="1764060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024985" y="2484090"/>
            <a:ext cx="465981" cy="1905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17480" y="2512665"/>
            <a:ext cx="2809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18008" y="2903190"/>
            <a:ext cx="6800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55655" y="3261271"/>
            <a:ext cx="604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Helius verifies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81000" y="4031010"/>
            <a:ext cx="4114800" cy="540990"/>
          </a:xfrm>
          <a:prstGeom prst="roundRect">
            <a:avLst>
              <a:gd name="adj" fmla="val 17607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28377" y="4145310"/>
            <a:ext cx="16095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Stealth address for recipient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8377" y="4324350"/>
            <a:ext cx="16095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be linked to your organization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48200" y="4031010"/>
            <a:ext cx="4114800" cy="540990"/>
          </a:xfrm>
          <a:prstGeom prst="roundRect">
            <a:avLst>
              <a:gd name="adj" fmla="val 17607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095577" y="4145310"/>
            <a:ext cx="15013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preserved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95577" y="4324350"/>
            <a:ext cx="15013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disclosure when required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76250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1000" y="933450"/>
            <a:ext cx="762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405979"/>
            <a:ext cx="49549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050" dirty="0"/>
          </a:p>
        </p:txBody>
      </p:sp>
      <p:pic>
        <p:nvPicPr>
          <p:cNvPr id="5" name="Image 0" descr="/tmp/rasterized-gradient-25f11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718370"/>
            <a:ext cx="4857750" cy="9867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1025" y="1979414"/>
            <a:ext cx="133163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Fee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81025" y="2257425"/>
            <a:ext cx="13316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private payment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330101" y="1918395"/>
            <a:ext cx="70862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330101" y="2345085"/>
            <a:ext cx="7086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$0.50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1000" y="2857500"/>
            <a:ext cx="4857750" cy="1584722"/>
          </a:xfrm>
          <a:prstGeom prst="roundRect">
            <a:avLst>
              <a:gd name="adj" fmla="val 9617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81025" y="3057525"/>
            <a:ext cx="454685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Tiers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1025" y="3394621"/>
            <a:ext cx="1403300" cy="838051"/>
          </a:xfrm>
          <a:prstGeom prst="roundRect">
            <a:avLst>
              <a:gd name="adj" fmla="val 9093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83578" y="3508921"/>
            <a:ext cx="11981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3578" y="3707011"/>
            <a:ext cx="119819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83578" y="3985022"/>
            <a:ext cx="11981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098625" y="3385096"/>
            <a:ext cx="1422350" cy="857101"/>
          </a:xfrm>
          <a:prstGeom prst="roundRect">
            <a:avLst>
              <a:gd name="adj" fmla="val 8890"/>
            </a:avLst>
          </a:prstGeom>
          <a:solidFill>
            <a:srgbClr val="9333EA">
              <a:alpha val="12000"/>
            </a:srgbClr>
          </a:solidFill>
          <a:ln w="9525">
            <a:solidFill>
              <a:srgbClr val="9333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210703" y="3508921"/>
            <a:ext cx="11981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210703" y="3707011"/>
            <a:ext cx="119819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$299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2210703" y="3985022"/>
            <a:ext cx="11981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635276" y="3394621"/>
            <a:ext cx="1403300" cy="838051"/>
          </a:xfrm>
          <a:prstGeom prst="roundRect">
            <a:avLst>
              <a:gd name="adj" fmla="val 9093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737829" y="3508921"/>
            <a:ext cx="11981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737829" y="3707011"/>
            <a:ext cx="119819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$999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3737829" y="3985022"/>
            <a:ext cx="11981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524500" y="1277541"/>
            <a:ext cx="33032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524500" y="1589931"/>
            <a:ext cx="3238500" cy="2119908"/>
          </a:xfrm>
          <a:prstGeom prst="roundRect">
            <a:avLst>
              <a:gd name="adj" fmla="val 7189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067127" y="1788021"/>
            <a:ext cx="43188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715000" y="2085231"/>
            <a:ext cx="29146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active organizations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6067127" y="2418457"/>
            <a:ext cx="13820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Companies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715000" y="2715667"/>
            <a:ext cx="29146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Web3 startups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6067127" y="3048893"/>
            <a:ext cx="8376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715000" y="3346103"/>
            <a:ext cx="29146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Funds, family offices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5524500" y="3862239"/>
            <a:ext cx="3238500" cy="708571"/>
          </a:xfrm>
          <a:prstGeom prst="roundRect">
            <a:avLst>
              <a:gd name="adj" fmla="val 16131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686425" y="4024164"/>
            <a:ext cx="297294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50x Cheaper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686425" y="4248894"/>
            <a:ext cx="29729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traditional payroll providers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88f6bb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rasterized-gradient-2229ed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476250"/>
            <a:ext cx="1905000" cy="1905000"/>
          </a:xfrm>
          <a:prstGeom prst="rect">
            <a:avLst/>
          </a:prstGeom>
        </p:spPr>
      </p:pic>
      <p:pic>
        <p:nvPicPr>
          <p:cNvPr id="4" name="Image 2" descr="/tmp/rasterized-gradient-2008fdf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0" y="1809750"/>
            <a:ext cx="2857500" cy="2857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514279" y="360164"/>
            <a:ext cx="571500" cy="571500"/>
          </a:xfrm>
          <a:prstGeom prst="roundRect">
            <a:avLst>
              <a:gd name="adj" fmla="val 26667"/>
            </a:avLst>
          </a:prstGeom>
          <a:solidFill>
            <a:srgbClr val="9333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2287643" y="1236464"/>
            <a:ext cx="4568714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payroll that's</a:t>
            </a:r>
            <a:endParaRPr lang="en-US" sz="3600" dirty="0"/>
          </a:p>
          <a:p>
            <a:pPr algn="ctr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3600" dirty="0"/>
          </a:p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compliant.</a:t>
            </a:r>
            <a:endParaRPr lang="en-US" sz="3600" dirty="0"/>
          </a:p>
        </p:txBody>
      </p:sp>
      <p:sp>
        <p:nvSpPr>
          <p:cNvPr id="7" name="Text 2"/>
          <p:cNvSpPr/>
          <p:nvPr/>
        </p:nvSpPr>
        <p:spPr>
          <a:xfrm>
            <a:off x="2892475" y="2752725"/>
            <a:ext cx="1261765" cy="434280"/>
          </a:xfrm>
          <a:prstGeom prst="roundRect">
            <a:avLst>
              <a:gd name="adj" fmla="val 26319"/>
            </a:avLst>
          </a:prstGeom>
          <a:solidFill>
            <a:srgbClr val="9333EA">
              <a:alpha val="12000"/>
            </a:srgbClr>
          </a:solidFill>
          <a:ln w="9525">
            <a:solidFill>
              <a:srgbClr val="9333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3122744" y="2876550"/>
            <a:ext cx="80122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Cash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4344739" y="2752725"/>
            <a:ext cx="869305" cy="434280"/>
          </a:xfrm>
          <a:prstGeom prst="roundRect">
            <a:avLst>
              <a:gd name="adj" fmla="val 26319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4578934" y="2876550"/>
            <a:ext cx="400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5404545" y="2752725"/>
            <a:ext cx="846832" cy="434280"/>
          </a:xfrm>
          <a:prstGeom prst="roundRect">
            <a:avLst>
              <a:gd name="adj" fmla="val 26319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5638964" y="2876550"/>
            <a:ext cx="3779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Helius</a:t>
            </a:r>
            <a:endParaRPr lang="en-US" sz="1050" dirty="0"/>
          </a:p>
        </p:txBody>
      </p:sp>
      <p:pic>
        <p:nvPicPr>
          <p:cNvPr id="13" name="Image 3" descr="/tmp/rasterized-gradient-0db7197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8912" y="3606105"/>
            <a:ext cx="2746028" cy="571500"/>
          </a:xfrm>
          <a:prstGeom prst="rect">
            <a:avLst/>
          </a:prstGeom>
          <a:effectLst>
            <a:outerShdw sx="100000" sy="100000" kx="0" ky="0" algn="bl" rotWithShape="0" blurRad="381000" dist="95250" dir="5400000">
              <a:srgbClr val="9333ea">
                <a:alpha val="25000"/>
              </a:srgbClr>
            </a:outerShdw>
          </a:effectLst>
        </p:spPr>
      </p:pic>
      <p:sp>
        <p:nvSpPr>
          <p:cNvPr id="14" name="Text 8"/>
          <p:cNvSpPr/>
          <p:nvPr/>
        </p:nvSpPr>
        <p:spPr>
          <a:xfrm>
            <a:off x="3637795" y="3758505"/>
            <a:ext cx="1868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VaultPay Now →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3175397" y="4596705"/>
            <a:ext cx="27932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5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vaultpay.xyz • @vaultpay • hello@vaultpay.xyz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VaultPay - Compliant Private Payroll on Solana</dc:title>
  <dc:subject>Hackathon Pitch Deck</dc:subject>
  <dc:creator>VaultPay Team</dc:creator>
  <cp:lastModifiedBy>VaultPay Team</cp:lastModifiedBy>
  <cp:revision>1</cp:revision>
  <dcterms:created xsi:type="dcterms:W3CDTF">2026-01-11T16:26:15Z</dcterms:created>
  <dcterms:modified xsi:type="dcterms:W3CDTF">2026-01-11T16:26:15Z</dcterms:modified>
</cp:coreProperties>
</file>